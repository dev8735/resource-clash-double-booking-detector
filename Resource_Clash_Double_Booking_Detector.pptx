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92024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3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Resource Clash &amp; Double-Booking Detector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30175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Preventing Scheduling Conflicts for Travel Agencies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Travel &amp; Hospitality Hackathon  |  Final Submission  |  21 August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50292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Presented by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53492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 Chokhawala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Solo Participant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1051560"/>
          </a:xfrm>
          <a:prstGeom prst="rect">
            <a:avLst/>
          </a:prstGeom>
          <a:solidFill>
            <a:srgbClr val="F4F6F8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B3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Travel agencies face resource clashes — double-booked drivers, vehicles, guides, or hotel rooms — during peak season, because scheduling is tracked manually with no automatic conflict detection.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108813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Who faces it: Agency operations staff — also affects drivers, guides, and hotel partners whose schedules collide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 it happens: During peak season, when many trips run in overlapping date ranges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it's handled today: Manually cross-checked in spreadsheets or registers — easy to miss at volume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it matters: Conflicts are usually discovered right before the trip starts, causing last-minute scrambling, cancellations, and damaged customer trust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new booking is automatically checked against existing bookings for the same resource (driver, vehicle, guide, or room) on the same dates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live scheduling board shows every resource's status at a glance, with conflicts highlighted clearly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 a conflict is found, the system suggests an available alternative — or lets the agent proceed anyway, knowingly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Past-date bookings are blocked automatically, both in the date picker and in the underlying logic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Prevents the problem before the trip begins, instead of discovering it too late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the Project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Flow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423160" cy="960120"/>
          </a:xfrm>
          <a:prstGeom prst="roundRect">
            <a:avLst>
              <a:gd name="adj" fmla="val 7619"/>
            </a:avLst>
          </a:prstGeom>
          <a:solidFill>
            <a:srgbClr val="EAF0F6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2423160" cy="9601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 Booking Entered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Dates + resource requested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063240" y="2171700"/>
            <a:ext cx="256032" cy="0"/>
          </a:xfrm>
          <a:prstGeom prst="line">
            <a:avLst/>
          </a:prstGeom>
          <a:noFill/>
          <a:ln w="19050">
            <a:solidFill>
              <a:srgbClr val="1B3A5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319272" y="1691640"/>
            <a:ext cx="2423160" cy="960120"/>
          </a:xfrm>
          <a:prstGeom prst="roundRect">
            <a:avLst>
              <a:gd name="adj" fmla="val 7619"/>
            </a:avLst>
          </a:prstGeom>
          <a:solidFill>
            <a:srgbClr val="EAF0F6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19272" y="1691640"/>
            <a:ext cx="2423160" cy="9601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Automatic Conflict Check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Compared against existing schedule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742432" y="2171700"/>
            <a:ext cx="256032" cy="0"/>
          </a:xfrm>
          <a:prstGeom prst="line">
            <a:avLst/>
          </a:prstGeom>
          <a:noFill/>
          <a:ln w="19050">
            <a:solidFill>
              <a:srgbClr val="1B3A5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998464" y="1691640"/>
            <a:ext cx="2423160" cy="960120"/>
          </a:xfrm>
          <a:prstGeom prst="roundRect">
            <a:avLst>
              <a:gd name="adj" fmla="val 7619"/>
            </a:avLst>
          </a:prstGeom>
          <a:solidFill>
            <a:srgbClr val="EAF0F6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98464" y="1691640"/>
            <a:ext cx="2423160" cy="9601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Conflict Detected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Instant alert raised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421624" y="2171700"/>
            <a:ext cx="256032" cy="0"/>
          </a:xfrm>
          <a:prstGeom prst="line">
            <a:avLst/>
          </a:prstGeom>
          <a:noFill/>
          <a:ln w="19050">
            <a:solidFill>
              <a:srgbClr val="1B3A5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677656" y="1691640"/>
            <a:ext cx="2423160" cy="960120"/>
          </a:xfrm>
          <a:prstGeom prst="roundRect">
            <a:avLst>
              <a:gd name="adj" fmla="val 7619"/>
            </a:avLst>
          </a:prstGeom>
          <a:solidFill>
            <a:srgbClr val="EAF0F6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77656" y="1691640"/>
            <a:ext cx="2423160" cy="9601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Alternative Suggested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Available resource proposed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2834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If no conflict is found, the booking is confirmed instantly without any alert.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3337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Features (all working in the live prototype)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3749040"/>
            <a:ext cx="10881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●"/>
            </a:pPr>
            <a:r>
              <a:rPr lang="en-US" sz="135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Grid and Timeline views, search by name, filter by resource type, week-by-week navigation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●"/>
            </a:pPr>
            <a:r>
              <a:rPr lang="en-US" sz="135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Conflict resolution modal — Switch Resource (auto-suggested alternative), Book Anyway, or Cancel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●"/>
            </a:pPr>
            <a:r>
              <a:rPr lang="en-US" sz="135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Cancel a booking, add new resources, reset to demo data — all from the live board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●"/>
            </a:pPr>
            <a:r>
              <a:rPr lang="en-US" sz="135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“Booking Pressure” panel — a rule-based (not machine-learning) heuristic flagging high-demand days ahead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Frontend: plain HTML, CSS, and JavaScript — no framework, no build step, no server required to run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conflict-detection logic is isolated in its own module, kept free of any browser dependency, and covered by 18 automated unit tests run directly with Node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persistence: browser localStorage — keeps the prototype fully self-contained for a live demo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Deployment: GitHub Pages — static hosting, zero configuration, zero cost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this stack: it is lightweight, deploys in minutes, and needs no backend infrastructure to demonstrate the core idea working end-to-end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Demonstration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simplified view of the resource-schedule board — conflicts are highlighted the moment they occur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377440" cy="411480"/>
          </a:xfrm>
          <a:prstGeom prst="rect">
            <a:avLst/>
          </a:prstGeom>
          <a:solidFill>
            <a:srgbClr val="1B3A5C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Resource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017520" y="1783080"/>
            <a:ext cx="2011680" cy="411480"/>
          </a:xfrm>
          <a:prstGeom prst="rect">
            <a:avLst/>
          </a:prstGeom>
          <a:solidFill>
            <a:srgbClr val="1B3A5C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1783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 Oct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0" y="1783080"/>
            <a:ext cx="2011680" cy="411480"/>
          </a:xfrm>
          <a:prstGeom prst="rect">
            <a:avLst/>
          </a:prstGeom>
          <a:solidFill>
            <a:srgbClr val="1B3A5C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783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 Oct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040880" y="1783080"/>
            <a:ext cx="2011680" cy="411480"/>
          </a:xfrm>
          <a:prstGeom prst="rect">
            <a:avLst/>
          </a:prstGeom>
          <a:solidFill>
            <a:srgbClr val="1B3A5C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1783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 Oct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052560" y="1783080"/>
            <a:ext cx="2011680" cy="411480"/>
          </a:xfrm>
          <a:prstGeom prst="rect">
            <a:avLst/>
          </a:prstGeom>
          <a:solidFill>
            <a:srgbClr val="1B3A5C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52560" y="1783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 Oct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194560"/>
            <a:ext cx="237744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C9D2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194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Driver: Ramesh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017520" y="2194560"/>
            <a:ext cx="2011680" cy="502920"/>
          </a:xfrm>
          <a:prstGeom prst="rect">
            <a:avLst/>
          </a:prstGeom>
          <a:solidFill>
            <a:srgbClr val="E7F3EA"/>
          </a:solidFill>
          <a:ln w="6350">
            <a:solidFill>
              <a:srgbClr val="2E7D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2194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7D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Booked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0" y="2194560"/>
            <a:ext cx="2011680" cy="502920"/>
          </a:xfrm>
          <a:prstGeom prst="rect">
            <a:avLst/>
          </a:prstGeom>
          <a:solidFill>
            <a:srgbClr val="FBE7E7"/>
          </a:solidFill>
          <a:ln w="19050">
            <a:solidFill>
              <a:srgbClr val="B02B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194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0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Conflict!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040880" y="2194560"/>
            <a:ext cx="2011680" cy="502920"/>
          </a:xfrm>
          <a:prstGeom prst="rect">
            <a:avLst/>
          </a:prstGeom>
          <a:solidFill>
            <a:srgbClr val="E7F3EA"/>
          </a:solidFill>
          <a:ln w="6350">
            <a:solidFill>
              <a:srgbClr val="2E7D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2194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7D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Booked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052560" y="2194560"/>
            <a:ext cx="2011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52560" y="2194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Available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2697480"/>
            <a:ext cx="237744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C9D2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2697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Driver: Suresh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017520" y="2697480"/>
            <a:ext cx="2011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0" y="2697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Available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0" y="2697480"/>
            <a:ext cx="2011680" cy="502920"/>
          </a:xfrm>
          <a:prstGeom prst="rect">
            <a:avLst/>
          </a:prstGeom>
          <a:solidFill>
            <a:srgbClr val="E7F3EA"/>
          </a:solidFill>
          <a:ln w="6350">
            <a:solidFill>
              <a:srgbClr val="2E7D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2697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7D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Booked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040880" y="2697480"/>
            <a:ext cx="2011680" cy="502920"/>
          </a:xfrm>
          <a:prstGeom prst="rect">
            <a:avLst/>
          </a:prstGeom>
          <a:solidFill>
            <a:srgbClr val="E7F3EA"/>
          </a:solidFill>
          <a:ln w="6350">
            <a:solidFill>
              <a:srgbClr val="2E7D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0" y="2697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7D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Booked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052560" y="2697480"/>
            <a:ext cx="2011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52560" y="2697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Available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" y="3200400"/>
            <a:ext cx="237744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C9D2D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3200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Vehicle: MH-04-1121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017520" y="3200400"/>
            <a:ext cx="2011680" cy="502920"/>
          </a:xfrm>
          <a:prstGeom prst="rect">
            <a:avLst/>
          </a:prstGeom>
          <a:solidFill>
            <a:srgbClr val="E7F3EA"/>
          </a:solidFill>
          <a:ln w="6350">
            <a:solidFill>
              <a:srgbClr val="2E7D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0" y="3200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7D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Booked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029200" y="3200400"/>
            <a:ext cx="2011680" cy="502920"/>
          </a:xfrm>
          <a:prstGeom prst="rect">
            <a:avLst/>
          </a:prstGeom>
          <a:solidFill>
            <a:srgbClr val="FBE7E7"/>
          </a:solidFill>
          <a:ln w="19050">
            <a:solidFill>
              <a:srgbClr val="B02B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3200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0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Conflict!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040880" y="3200400"/>
            <a:ext cx="2011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40880" y="3200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Available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052560" y="3200400"/>
            <a:ext cx="2011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052560" y="3200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Available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40080" y="3703320"/>
            <a:ext cx="237744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C9D2D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3703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Hotel Room: 204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017520" y="3703320"/>
            <a:ext cx="2011680" cy="502920"/>
          </a:xfrm>
          <a:prstGeom prst="rect">
            <a:avLst/>
          </a:prstGeom>
          <a:solidFill>
            <a:srgbClr val="E7F3EA"/>
          </a:solidFill>
          <a:ln w="6350">
            <a:solidFill>
              <a:srgbClr val="2E7D4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17520" y="3703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7D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Booked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029200" y="3703320"/>
            <a:ext cx="2011680" cy="502920"/>
          </a:xfrm>
          <a:prstGeom prst="rect">
            <a:avLst/>
          </a:prstGeom>
          <a:solidFill>
            <a:srgbClr val="E7F3EA"/>
          </a:solidFill>
          <a:ln w="6350">
            <a:solidFill>
              <a:srgbClr val="2E7D4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0" y="3703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7D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Booked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040880" y="3703320"/>
            <a:ext cx="2011680" cy="502920"/>
          </a:xfrm>
          <a:prstGeom prst="rect">
            <a:avLst/>
          </a:prstGeom>
          <a:solidFill>
            <a:srgbClr val="E7F3EA"/>
          </a:solidFill>
          <a:ln w="6350">
            <a:solidFill>
              <a:srgbClr val="2E7D4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40880" y="3703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7D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Booked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9052560" y="3703320"/>
            <a:ext cx="2011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052560" y="3703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Available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640080" y="44348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3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instantly flags 13 Oct: Driver Ramesh and Vehicle MH-04-1121 are both double-booked, and suggests Driver Suresh as an available alternative.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640080" y="4983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Live, working version: github.com/Dev8735/Resource-Clash-Double-Booking-Detector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Live Prototype Walkthrough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640080"/>
          </a:xfrm>
          <a:prstGeom prst="rect">
            <a:avLst/>
          </a:prstGeom>
          <a:solidFill>
            <a:srgbClr val="F4F6F8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B3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github.com/Dev8735/Resource-Clash-Double-Booking-Detector — deployed on GitHub Pages, no login required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2240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Switching to the live site now — here is what you'll see: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108813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board already shows real conflicts on load — no setup needed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new booking that clashes with an existing one, triggering the conflict dialog live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Switch Resource — instantly re-booked onto the suggested free alternative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Search, type filter, and the Grid / Timeline toggle in action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Cancelling a booking and adding a new resource, both reflected immediately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Solving &amp; Impact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Prevents last-minute trip failures and cancellations caused by double-booking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Saves the time and cost spent on emergency scrambling for replacement drivers, vehicles, or rooms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Builds trust with drivers, guides, and hotel partners through reliable, conflict-free scheduling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Improves the traveler's experience, supporting repeat bookings and stronger reputation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Realistically implementable — any agency, large or small, can plug in its existing booking data, and the entire prototype runs with zero backend cost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 →  Solution  →  How It Works  →  Technology  →  Demo  →  Impact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 backend and shared database, so schedules sync across multiple agents and devices (current prototype persists locally per browser)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Learned, predictive forecasting layer, building on the existing rule-based Booking Pressure heuristic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sync from an agency's existing booking software, instead of manually entered data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Multi-destination support with location-aware resource pools, and a mobile-optimized layout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2026-08-21T09:03:32Z</dcterms:created>
  <dcterms:modified xsi:type="dcterms:W3CDTF">2026-08-21T09:03:32Z</dcterms:modified>
</cp:coreProperties>
</file>